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72" r:id="rId12"/>
    <p:sldId id="273" r:id="rId13"/>
    <p:sldId id="275" r:id="rId14"/>
    <p:sldId id="276" r:id="rId15"/>
    <p:sldId id="261" r:id="rId16"/>
    <p:sldId id="262" r:id="rId17"/>
    <p:sldId id="263" r:id="rId18"/>
    <p:sldId id="264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MYSQL SERVER</a:t>
            </a:r>
          </a:p>
        </p:txBody>
      </p:sp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477109" y="2194695"/>
            <a:ext cx="2723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E1E4DB-EBDE-04F4-76F0-B13992CD9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914" y="5196153"/>
            <a:ext cx="2078704" cy="138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3224395" y="119959"/>
            <a:ext cx="5945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6C9388-098E-80F9-5A25-BAE45ABB5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568" y="2108610"/>
            <a:ext cx="6470469" cy="3638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C080D4-CEA5-962C-2C1A-F82DAF5265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388" y="15858"/>
            <a:ext cx="1558797" cy="10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3381555" y="119959"/>
            <a:ext cx="6366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C23C56-1ABE-8D55-0AF4-C5027AB845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568" y="2108610"/>
            <a:ext cx="6470469" cy="36381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DAFAA0-82D1-1164-910B-619B49E044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676" y="0"/>
            <a:ext cx="1558797" cy="10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3338422" y="119959"/>
            <a:ext cx="5676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MYSQL SERVER</a:t>
            </a:r>
          </a:p>
        </p:txBody>
      </p:sp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C6D9EB-1F41-FB72-DDC2-227D42388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676" y="2200552"/>
            <a:ext cx="8378870" cy="42436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CFC7F2-D390-7D3D-97A2-362DA29D0C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941" y="66940"/>
            <a:ext cx="1558797" cy="10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MYSQL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DBA9F-2A53-15A1-4F11-792DD9AE6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936" y="2142846"/>
            <a:ext cx="9846404" cy="40044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2C62FB-861B-589A-B1C7-80F383ED7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242" y="-72611"/>
            <a:ext cx="1558797" cy="103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1785669" y="3293972"/>
            <a:ext cx="7734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3933645" y="2194695"/>
            <a:ext cx="3266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   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831" y="4399579"/>
            <a:ext cx="3976778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MYSQL SERVER</a:t>
            </a:r>
          </a:p>
        </p:txBody>
      </p:sp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70F72E2-2314-B5E9-C914-8C8DD8E06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36" y="2863503"/>
            <a:ext cx="2551796" cy="2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D8EEA3-C160-8EEE-88BE-D4B3ECFBC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08" y="892182"/>
            <a:ext cx="10716883" cy="578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03296F-9FE2-B54E-6B0E-2C6FAE4B9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2" y="975928"/>
            <a:ext cx="10561608" cy="569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C06F40-45CD-65C5-8518-C8CAA4A54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59" y="950130"/>
            <a:ext cx="11053313" cy="582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BBC3B-C2FC-1E42-2E2C-D0FA173C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F61BFC3-426D-2968-D947-DBF8F81D10BD}"/>
              </a:ext>
            </a:extLst>
          </p:cNvPr>
          <p:cNvSpPr txBox="1"/>
          <p:nvPr/>
        </p:nvSpPr>
        <p:spPr>
          <a:xfrm>
            <a:off x="1785669" y="3293972"/>
            <a:ext cx="7734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6">
                    <a:lumMod val="50000"/>
                  </a:schemeClr>
                </a:solidFill>
                <a:latin typeface="Lato Black" panose="020F0A02020204030203" pitchFamily="34" charset="0"/>
              </a:rPr>
              <a:t>EXCEL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498251-D9F8-ABC5-9163-52B420E77715}"/>
              </a:ext>
            </a:extLst>
          </p:cNvPr>
          <p:cNvSpPr txBox="1"/>
          <p:nvPr/>
        </p:nvSpPr>
        <p:spPr>
          <a:xfrm>
            <a:off x="3933645" y="2194695"/>
            <a:ext cx="3266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   PART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0022BE-DA44-29F5-1F63-B4CE9826FA39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2C878F-5B48-A520-82B3-37A9FE6FAA74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F3FB2-3EB0-5D99-A247-FDB9D84359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953" y="4388134"/>
            <a:ext cx="2154049" cy="203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90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A9C19-C2E6-B3D9-4EEB-572D1CD9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08EAE6-9547-924E-C12F-50684B3A4A9E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05F5B-A96F-F0CF-3E67-2C3847FBE608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MYSQL SERVER</a:t>
            </a:r>
          </a:p>
        </p:txBody>
      </p:sp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B2237A36-B54E-ED14-74AC-3580193E1D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ADE4BBB-3C82-A4A7-A154-CC58F497A6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4BF660-B675-A3DB-F4D9-161EC839A0DE}"/>
              </a:ext>
            </a:extLst>
          </p:cNvPr>
          <p:cNvSpPr txBox="1"/>
          <p:nvPr/>
        </p:nvSpPr>
        <p:spPr>
          <a:xfrm>
            <a:off x="1549049" y="119958"/>
            <a:ext cx="4029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6">
                    <a:lumMod val="50000"/>
                  </a:schemeClr>
                </a:solidFill>
                <a:latin typeface="Lato Black" panose="020F0A02020204030203" pitchFamily="34" charset="0"/>
              </a:rPr>
              <a:t>EXCEL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BB2DB1-D17C-6B4E-174F-0F89B70FC0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36" y="2863503"/>
            <a:ext cx="2551796" cy="21829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AD286B-189B-0EF0-0B95-C5A328270E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22" y="47967"/>
            <a:ext cx="1327880" cy="1158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D53506-6357-797A-084C-952366BDA4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387" y="3007907"/>
            <a:ext cx="2154049" cy="203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595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79B36-CDCB-ECE8-82FC-BE1DF83E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7571F1-B5B8-A9B8-72AD-93EFDD9C2522}"/>
              </a:ext>
            </a:extLst>
          </p:cNvPr>
          <p:cNvSpPr txBox="1"/>
          <p:nvPr/>
        </p:nvSpPr>
        <p:spPr>
          <a:xfrm>
            <a:off x="327804" y="350"/>
            <a:ext cx="2035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6">
                    <a:lumMod val="50000"/>
                  </a:schemeClr>
                </a:solidFill>
                <a:latin typeface="Lato Black" panose="020F0A02020204030203" pitchFamily="34" charset="0"/>
              </a:rPr>
              <a:t>EXCEL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D8C25-6F92-8E59-3CCB-685738BDC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649" y="0"/>
            <a:ext cx="954291" cy="832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621491-4041-E6C7-9CF2-EEC3A5D194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09" y="831347"/>
            <a:ext cx="10067027" cy="591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30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8BB5C-63A3-5D7D-E9A0-515A5B1D1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5CFBE5-651C-5CC3-C0A9-2954A92EC230}"/>
              </a:ext>
            </a:extLst>
          </p:cNvPr>
          <p:cNvSpPr txBox="1"/>
          <p:nvPr/>
        </p:nvSpPr>
        <p:spPr>
          <a:xfrm>
            <a:off x="327804" y="350"/>
            <a:ext cx="2035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6">
                    <a:lumMod val="50000"/>
                  </a:schemeClr>
                </a:solidFill>
                <a:latin typeface="Lato Black" panose="020F0A02020204030203" pitchFamily="34" charset="0"/>
              </a:rPr>
              <a:t>EXCEL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59A784-1663-53EE-9629-7D09381CF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649" y="0"/>
            <a:ext cx="954291" cy="832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94D36B-7079-1D9C-E750-F61673E6B5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04" y="1023041"/>
            <a:ext cx="9678838" cy="556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50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621102" y="1144432"/>
            <a:ext cx="26310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621103" y="767141"/>
            <a:ext cx="267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MYSQL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3295291" y="1140838"/>
            <a:ext cx="354545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MYSQL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3709358" y="767141"/>
            <a:ext cx="226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850AC-81D3-5406-2CD6-C585648166C5}"/>
              </a:ext>
            </a:extLst>
          </p:cNvPr>
          <p:cNvSpPr txBox="1"/>
          <p:nvPr/>
        </p:nvSpPr>
        <p:spPr>
          <a:xfrm>
            <a:off x="6927011" y="1140838"/>
            <a:ext cx="45288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Connecting to MYSQL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EXCEL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Func</a:t>
            </a:r>
            <a:endParaRPr lang="en-IN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EXCEL FORMULA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PIVOT TABLE/ CHART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SUM/ AVG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Creating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DDF0F-4C2F-A6B3-E08A-44E61C20CB9D}"/>
              </a:ext>
            </a:extLst>
          </p:cNvPr>
          <p:cNvSpPr txBox="1"/>
          <p:nvPr/>
        </p:nvSpPr>
        <p:spPr>
          <a:xfrm>
            <a:off x="7159925" y="802284"/>
            <a:ext cx="1736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50000"/>
                  </a:schemeClr>
                </a:solidFill>
                <a:latin typeface="Rockwell Extra Bold" panose="02060903040505020403" pitchFamily="18" charset="0"/>
              </a:rPr>
              <a:t>EXCEL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848</Words>
  <Application>Microsoft Office PowerPoint</Application>
  <PresentationFormat>Widescreen</PresentationFormat>
  <Paragraphs>136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sameer singh</cp:lastModifiedBy>
  <cp:revision>13</cp:revision>
  <dcterms:created xsi:type="dcterms:W3CDTF">2023-10-07T01:44:58Z</dcterms:created>
  <dcterms:modified xsi:type="dcterms:W3CDTF">2026-03-02T06:16:27Z</dcterms:modified>
</cp:coreProperties>
</file>